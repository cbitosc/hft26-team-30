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7311d459274929" /><Relationship Type="http://schemas.openxmlformats.org/officeDocument/2006/relationships/extended-properties" Target="/docProps/app.xml" Id="Rd6d50d1f060b4c5f" /><Relationship Type="http://schemas.openxmlformats.org/officeDocument/2006/relationships/officeDocument" Target="/ppt/presentation.xml" Id="Rcd167b275bf044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3ec769591b401e"/>
  </p:sldMasterIdLst>
  <p:notesMasterIdLst>
    <p:notesMasterId xmlns:r="http://schemas.openxmlformats.org/officeDocument/2006/relationships" r:id="Rbe105a4c4b0343b5"/>
  </p:notesMasterIdLst>
  <p:sldIdLst>
    <p:sldId xmlns:r="http://schemas.openxmlformats.org/officeDocument/2006/relationships" id="256" r:id="Rfaca620380bf4ccf"/>
    <p:sldId xmlns:r="http://schemas.openxmlformats.org/officeDocument/2006/relationships" id="257" r:id="R6bac2286ef3845b6"/>
    <p:sldId xmlns:r="http://schemas.openxmlformats.org/officeDocument/2006/relationships" id="258" r:id="R22a57be18632484b"/>
    <p:sldId xmlns:r="http://schemas.openxmlformats.org/officeDocument/2006/relationships" id="259" r:id="R8eaffb0886a2492b"/>
    <p:sldId xmlns:r="http://schemas.openxmlformats.org/officeDocument/2006/relationships" id="260" r:id="R6f7fc07e68144ba0"/>
    <p:sldId xmlns:r="http://schemas.openxmlformats.org/officeDocument/2006/relationships" id="261" r:id="R97b173afa08c47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5649c85dd4044f9" /><Relationship Type="http://schemas.openxmlformats.org/officeDocument/2006/relationships/slideMaster" Target="/ppt/slideMasters/slideMaster1.xml" Id="Rd03ec769591b401e" /><Relationship Type="http://schemas.openxmlformats.org/officeDocument/2006/relationships/notesMaster" Target="/ppt/notesMasters/notesMaster1.xml" Id="Rbe105a4c4b0343b5" /><Relationship Type="http://schemas.openxmlformats.org/officeDocument/2006/relationships/presProps" Target="/ppt/presProps.xml" Id="R96721ce88dcb44c3" /><Relationship Type="http://schemas.openxmlformats.org/officeDocument/2006/relationships/tableStyles" Target="/ppt/tableStyles.xml" Id="R761b2456007248e5" /><Relationship Type="http://schemas.openxmlformats.org/officeDocument/2006/relationships/slide" Target="/ppt/slides/slide1.xml" Id="Rfaca620380bf4ccf" /><Relationship Type="http://schemas.openxmlformats.org/officeDocument/2006/relationships/slide" Target="/ppt/slides/slide2.xml" Id="R6bac2286ef3845b6" /><Relationship Type="http://schemas.openxmlformats.org/officeDocument/2006/relationships/slide" Target="/ppt/slides/slide3.xml" Id="R22a57be18632484b" /><Relationship Type="http://schemas.openxmlformats.org/officeDocument/2006/relationships/slide" Target="/ppt/slides/slide4.xml" Id="R8eaffb0886a2492b" /><Relationship Type="http://schemas.openxmlformats.org/officeDocument/2006/relationships/slide" Target="/ppt/slides/slide5.xml" Id="R6f7fc07e68144ba0" /><Relationship Type="http://schemas.openxmlformats.org/officeDocument/2006/relationships/slide" Target="/ppt/slides/slide6.xml" Id="R97b173afa08c47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5a8bca620540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2e0296e0474162" /><Relationship Type="http://schemas.openxmlformats.org/officeDocument/2006/relationships/notesMaster" Target="/ppt/notesMasters/notesMaster1.xml" Id="R5a9b0f10990447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fd4168a4784bac" /><Relationship Type="http://schemas.openxmlformats.org/officeDocument/2006/relationships/notesMaster" Target="/ppt/notesMasters/notesMaster1.xml" Id="R1d83a21a042c44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23eb870ca4492b" /><Relationship Type="http://schemas.openxmlformats.org/officeDocument/2006/relationships/notesMaster" Target="/ppt/notesMasters/notesMaster1.xml" Id="R60b7c33d659142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d77e4c61704776" /><Relationship Type="http://schemas.openxmlformats.org/officeDocument/2006/relationships/notesMaster" Target="/ppt/notesMasters/notesMaster1.xml" Id="Rbb559502c5da4f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836d372b63490c" /><Relationship Type="http://schemas.openxmlformats.org/officeDocument/2006/relationships/notesMaster" Target="/ppt/notesMasters/notesMaster1.xml" Id="R526f64fa178f40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7e2a5aee2e4e4b" /><Relationship Type="http://schemas.openxmlformats.org/officeDocument/2006/relationships/notesMaster" Target="/ppt/notesMasters/notesMaster1.xml" Id="R8c3fc6ff7d1740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and project scope. A prototype, not an emergency service.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docs/evidence/final-build.md and docs/evidence/required-features.md. A-C radio blocked by allowlist; all three phones airplane mode on, Bluetooth on, Wi-Fi off.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and tested mentor changes: docs/evidence/mentor-fixes.md. Extras: docs/evidence/extras-phone-test.md. Laptop and dashboard used USB adb reverse. AI was off.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docs/evidence/mentor-fixes.md, final-build.md, required-features.md, extras-phone-test.md. The mentor changes test used indoor debug locations on three phones.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docs/evidence/extras-phone-test.md and final-build.md. Battery and range may be updated if later evidence is measured. Laptop and dashboard were over USB adb reverse. A had internet in extras run. No real AI key.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docs/evidence/mentor-fixes.md. Routing: verified traffic, five-minute expiration, removed on disconnect, eight-second fallback, floods for SOS and area alerts. Role logins offline with public keys only. Admin uses distance and direction without maps. Call-Out, Talk-Back, Last Breath, no-app SOS intake and laptop node are prototype extras. No-app test still used an app-installed phone.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c28e54bbcf4c3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2a498c926d490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c32227bd84c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62f919a6bb48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353209d623435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d6f5d3c0a94f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12A351-C688-4339-8457-203E08F113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78040B8-124A-430F-B08F-817159A77FE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D6E12A2-C405-40DA-9E3B-0509502A95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9EA0527-902F-45D8-A97A-2A0EB78BF8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C246976-C6A1-4EAC-AE89-15A9457C80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69718CA-3FBE-4EDD-B43D-A280894326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05A5DD-F2AC-4F00-9C7F-E1FB5CEE7E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BED7D0C-0DE2-4C78-BC6C-D1D8022330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FFB1B8-0B62-4E25-8FCD-9710697CEF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E1FF30D-B351-4A6F-BAE8-B8FA735527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61b7b83fec45fd" /><Relationship Type="http://schemas.openxmlformats.org/officeDocument/2006/relationships/slideLayout" Target="/ppt/slideLayouts/slideLayout1.xml" Id="Rdc931311c5b64def" /><Relationship Type="http://schemas.openxmlformats.org/officeDocument/2006/relationships/slideLayout" Target="/ppt/slideLayouts/slideLayout2.xml" Id="Rd4cdce5bd51a4fc8" /><Relationship Type="http://schemas.openxmlformats.org/officeDocument/2006/relationships/slideLayout" Target="/ppt/slideLayouts/slideLayout3.xml" Id="R278b9e681a7e4b38" /><Relationship Type="http://schemas.openxmlformats.org/officeDocument/2006/relationships/slideLayout" Target="/ppt/slideLayouts/slideLayout4.xml" Id="R1b8d9860e31f4a74" /><Relationship Type="http://schemas.openxmlformats.org/officeDocument/2006/relationships/slideLayout" Target="/ppt/slideLayouts/slideLayout5.xml" Id="R949ff1d840dc43e3" /><Relationship Type="http://schemas.openxmlformats.org/officeDocument/2006/relationships/slideLayout" Target="/ppt/slideLayouts/slideLayout6.xml" Id="R4ffe234de6d744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931311c5b64def"/>
    <p:sldLayoutId xmlns:r="http://schemas.openxmlformats.org/officeDocument/2006/relationships" id="2147483650" r:id="Rd4cdce5bd51a4fc8"/>
    <p:sldLayoutId xmlns:r="http://schemas.openxmlformats.org/officeDocument/2006/relationships" id="2147483651" r:id="R278b9e681a7e4b38"/>
    <p:sldLayoutId xmlns:r="http://schemas.openxmlformats.org/officeDocument/2006/relationships" id="2147483652" r:id="R1b8d9860e31f4a74"/>
    <p:sldLayoutId xmlns:r="http://schemas.openxmlformats.org/officeDocument/2006/relationships" id="2147483653" r:id="R949ff1d840dc43e3"/>
    <p:sldLayoutId xmlns:r="http://schemas.openxmlformats.org/officeDocument/2006/relationships" id="2147483654" r:id="R4ffe234de6d744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1e70d556b34a00" /><Relationship Type="http://schemas.openxmlformats.org/officeDocument/2006/relationships/notesSlide" Target="/ppt/notesSlides/notesSlide1.xml" Id="Ra3672e8accaa49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5f73c4e2a04480" /><Relationship Type="http://schemas.openxmlformats.org/officeDocument/2006/relationships/notesSlide" Target="/ppt/notesSlides/notesSlide2.xml" Id="R4a2896971d3340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e8b9ad7c9441ad" /><Relationship Type="http://schemas.openxmlformats.org/officeDocument/2006/relationships/notesSlide" Target="/ppt/notesSlides/notesSlide3.xml" Id="R781b336c1b004d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2d7ba983f24174" /><Relationship Type="http://schemas.openxmlformats.org/officeDocument/2006/relationships/notesSlide" Target="/ppt/notesSlides/notesSlide4.xml" Id="R4d4af2eb010246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6a3b90be4e4498" /><Relationship Type="http://schemas.openxmlformats.org/officeDocument/2006/relationships/notesSlide" Target="/ppt/notesSlides/notesSlide5.xml" Id="R6102a49bbafb46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d2af6e052e4e76" /><Relationship Type="http://schemas.openxmlformats.org/officeDocument/2006/relationships/notesSlide" Target="/ppt/notesSlides/notesSlide6.xml" Id="R5d5adcd34c2646d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58AA9F-CF3B-481F-8178-20A1A44B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Emergency messages when the network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91812A-3364-4870-9431-D34284D8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F7E3B-7034-41DB-AD2C-39962763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6690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Disasters can interrupt mobile networks and internet.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75782-DF73-4B41-9B5F-43EE330D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9900"/>
            <a:ext cx="1019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rPr>
              <a:t>Nearby Android phones carry messages and SOS alerts until a path to the recipient appears.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B5309-DDB0-4DBB-B74E-218A46B6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57800"/>
            <a:ext cx="904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Slackers  •  CBIT Hacktoberfest 2026</a:t>
            </a:r>
          </a:p>
        </p:txBody>
      </p:sp>
    </p:spTree>
    <p:extLst>
      <p:ext uri="{BB962C8B-B14F-4D97-AF65-F5344CB8AC3E}">
        <p14:creationId xmlns:p14="http://schemas.microsoft.com/office/powerpoint/2010/main" val="4503495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044CE-B01F-42A4-B223-A60F142A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A message can travel through another phone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C86180-E7B2-4C8B-8869-1DC6C0E2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9632E7-8CCD-4A19-8DD4-0FD1932A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145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rPr>
              <a:t>A (vivo) sent through B (Samsung) to C (OnePlus).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DB940-623A-41FA-98BB-B46B1FF3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05075"/>
            <a:ext cx="1009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C delivered in 2.6 seconds, one hop. Pending survived restart and sent after reconnection.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F3E20E-4CD4-4CC2-90A1-116F7983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5765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SOS arrived before 20 queued ordinary messages.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C00052-A70C-4B23-8C5C-4B230B05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Core run: all three phones offline.</a:t>
            </a:r>
          </a:p>
        </p:txBody>
      </p:sp>
    </p:spTree>
    <p:extLst>
      <p:ext uri="{BB962C8B-B14F-4D97-AF65-F5344CB8AC3E}">
        <p14:creationId xmlns:p14="http://schemas.microsoft.com/office/powerpoint/2010/main" val="12887334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91896A-75C2-4D1C-8BD3-FCE6184B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Android mesh and response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F43A82-827A-4AE5-9CD8-A8CBE3C7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9C9199-B3EA-4D63-B040-47925FAC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Compose, Room, Nearby Connections and Tink protection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16D02-735B-49E5-A4AF-F02124DC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76500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User, Responder and Admin logins work offline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EA8BA1-DDB4-4237-8DA5-DABD057D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86125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rPr>
              <a:t>Signed area alerts and admin SOS direction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33CE0-FDA2-4C66-82B6-BC2099AC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95750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Fewest-hop direct routes, with an eight-second fallback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E3612E-B896-43E7-8CEE-C539444E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Extras: Call-Out, Talk-Back, Last Breath, no-app SOS intake, laptop node and dashboard</a:t>
            </a:r>
          </a:p>
        </p:txBody>
      </p:sp>
    </p:spTree>
    <p:extLst>
      <p:ext uri="{BB962C8B-B14F-4D97-AF65-F5344CB8AC3E}">
        <p14:creationId xmlns:p14="http://schemas.microsoft.com/office/powerpoint/2010/main" val="7657605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B3D7AF-F52A-471F-9BE9-747194D0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Evidence from three Android brands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A3997-8B05-477A-848F-AB555A26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E9807C-AA88-45D1-A6AD-591D235D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rPr>
              <a:t>Area alert crossed an outside relay and reached the inside phone in 3.0 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7136DD-2CF5-4EF0-A85C-EDE81B84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336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Locked Samsung inside the area was notified in 2.1 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EC604-DFA4-48F5-9B54-769147EC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71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Triangle: B saw neither of two direct messages.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3C3A84-A8AF-4891-8661-0DE14F77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100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Removing the direct link sent the next message through 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58EF79-0DA4-4616-A7B6-5EEE0867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530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Earlier offline core relay: one hop in 2.6 s.</a:t>
            </a:r>
          </a:p>
        </p:txBody>
      </p:sp>
    </p:spTree>
    <p:extLst>
      <p:ext uri="{BB962C8B-B14F-4D97-AF65-F5344CB8AC3E}">
        <p14:creationId xmlns:p14="http://schemas.microsoft.com/office/powerpoint/2010/main" val="17390223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F1320-3F9F-4D54-90AC-D6D7926D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What the tests did not establish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1A1354-E0DA-4508-86E7-778342B6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163B0-AF21-450C-B3AF-7469D6B8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5727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Three real phones and five simulated phones, not 1,000.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68AA9-4354-45D1-A9F2-2C8D8AA9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57450"/>
            <a:ext cx="105727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Area alerts used indoor test locations, not real GPS boundaries.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55D36-16D4-4EC6-A153-CAFA2323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95650"/>
            <a:ext cx="105727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SOS location needs a fix from the last two minutes.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A22D8B-C9A4-4500-AEAD-2D5EA3C2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33850"/>
            <a:ext cx="105727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The first message to a new phone still spreads through all paths.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C36C63-1DFD-48A9-B136-86105758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72050"/>
            <a:ext cx="105727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Range, battery drain and live AI remain untested.</a:t>
            </a:r>
          </a:p>
        </p:txBody>
      </p:sp>
    </p:spTree>
    <p:extLst>
      <p:ext uri="{BB962C8B-B14F-4D97-AF65-F5344CB8AC3E}">
        <p14:creationId xmlns:p14="http://schemas.microsoft.com/office/powerpoint/2010/main" val="11627274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85F53-FE8E-4B56-A5DC-96AC6CD5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What the mentors asked and what we changed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14CC53-039A-48A2-9695-17C74FDB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69BA5-6F66-4D45-9F3E-57E98C0990A3}"/>
              </a:ext>
            </a:extLst>
          </p:cNvPr>
          <p:cNvGraphicFramePr/>
          <p:nvPr/>
        </p:nvGraphicFramePr>
        <p:xfrm>
          <a:off xmlns:a="http://schemas.openxmlformats.org/drawingml/2006/main" x="619125" y="1666875"/>
          <a:ext xmlns:a="http://schemas.openxmlformats.org/drawingml/2006/main" cx="10906125" cy="4524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572375"/>
              </a:tblGrid>
              <a:tr h="754063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Mentor question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T w="9525">
                      <a:solidFill>
                        <a:srgbClr val="546174"/>
                      </a:solidFill>
                      <a:prstDash val="solid"/>
                    </a:lnT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2340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What we did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T w="9525">
                      <a:solidFill>
                        <a:srgbClr val="546174"/>
                      </a:solidFill>
                      <a:prstDash val="solid"/>
                    </a:lnT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23405B"/>
                    </a:solidFill>
                  </a:tcPr>
                </a:tc>
              </a:tr>
              <a:tr h="754063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1,000 phones: shortest path?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Verified traffic teaches fewest-hop routes. After 8 seconds other paths open. Routes expire in 5 minutes or on disconnect. SOS and area alerts flood. Tested on 3 real and 5 simulated phones.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</a:tr>
              <a:tr h="754063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Three logins?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4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User, Responder and Admin work offline. The app stores public keys only.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42139"/>
                    </a:solidFill>
                  </a:tcPr>
                </a:tc>
              </a:tr>
              <a:tr h="754063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How is hopping different?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Call-Out, Talk-Back, Last Breath and no-app SOS intake help people beyond the app flow. A laptop node carries packets.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</a:tr>
              <a:tr h="754063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How does admin locate help?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4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SOS distance and direction show on the admin phone without maps or internet.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42139"/>
                    </a:solidFill>
                  </a:tcPr>
                </a:tc>
              </a:tr>
              <a:tr h="754063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Warn only one area?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Every phone relays signed alerts; phones inside show them. Indoor test locations were used.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46824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2026-10-31T08:15:21.0550000Z</dcterms:created>
  <dcterms:modified xsi:type="dcterms:W3CDTF">2026-10-31T08:15:21.0550000Z</dcterms:modified>
</coreProperties>
</file>