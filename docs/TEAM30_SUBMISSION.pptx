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e3b4127db34f52" /><Relationship Type="http://schemas.openxmlformats.org/officeDocument/2006/relationships/extended-properties" Target="/docProps/app.xml" Id="R57f35fe498ff4b61" /><Relationship Type="http://schemas.openxmlformats.org/officeDocument/2006/relationships/officeDocument" Target="/ppt/presentation.xml" Id="Rf56099d308ff45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859b1e840843f5"/>
  </p:sldMasterIdLst>
  <p:notesMasterIdLst>
    <p:notesMasterId xmlns:r="http://schemas.openxmlformats.org/officeDocument/2006/relationships" r:id="Ra02dc69a68e74a13"/>
  </p:notesMasterIdLst>
  <p:sldIdLst>
    <p:sldId xmlns:r="http://schemas.openxmlformats.org/officeDocument/2006/relationships" id="256" r:id="R83e64d9cbfa64b34"/>
    <p:sldId xmlns:r="http://schemas.openxmlformats.org/officeDocument/2006/relationships" id="257" r:id="R49bd2fcf79a14f75"/>
    <p:sldId xmlns:r="http://schemas.openxmlformats.org/officeDocument/2006/relationships" id="258" r:id="R141f345adbbb4557"/>
    <p:sldId xmlns:r="http://schemas.openxmlformats.org/officeDocument/2006/relationships" id="259" r:id="R5ea0633db4ce4f85"/>
    <p:sldId xmlns:r="http://schemas.openxmlformats.org/officeDocument/2006/relationships" id="260" r:id="Re68defbc30b64911"/>
    <p:sldId xmlns:r="http://schemas.openxmlformats.org/officeDocument/2006/relationships" id="261" r:id="Rfc5c90e9a9d548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1c7e9366114c49" /><Relationship Type="http://schemas.openxmlformats.org/officeDocument/2006/relationships/slideMaster" Target="/ppt/slideMasters/slideMaster1.xml" Id="R4b859b1e840843f5" /><Relationship Type="http://schemas.openxmlformats.org/officeDocument/2006/relationships/notesMaster" Target="/ppt/notesMasters/notesMaster1.xml" Id="Ra02dc69a68e74a13" /><Relationship Type="http://schemas.openxmlformats.org/officeDocument/2006/relationships/presProps" Target="/ppt/presProps.xml" Id="Rf768bb27f43b46e5" /><Relationship Type="http://schemas.openxmlformats.org/officeDocument/2006/relationships/tableStyles" Target="/ppt/tableStyles.xml" Id="R0216cc71074b4478" /><Relationship Type="http://schemas.openxmlformats.org/officeDocument/2006/relationships/slide" Target="/ppt/slides/slide1.xml" Id="R83e64d9cbfa64b34" /><Relationship Type="http://schemas.openxmlformats.org/officeDocument/2006/relationships/slide" Target="/ppt/slides/slide2.xml" Id="R49bd2fcf79a14f75" /><Relationship Type="http://schemas.openxmlformats.org/officeDocument/2006/relationships/slide" Target="/ppt/slides/slide3.xml" Id="R141f345adbbb4557" /><Relationship Type="http://schemas.openxmlformats.org/officeDocument/2006/relationships/slide" Target="/ppt/slides/slide4.xml" Id="R5ea0633db4ce4f85" /><Relationship Type="http://schemas.openxmlformats.org/officeDocument/2006/relationships/slide" Target="/ppt/slides/slide5.xml" Id="Re68defbc30b64911" /><Relationship Type="http://schemas.openxmlformats.org/officeDocument/2006/relationships/slide" Target="/ppt/slides/slide6.xml" Id="Rfc5c90e9a9d548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a77147894844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0e2d2b4b4244a3" /><Relationship Type="http://schemas.openxmlformats.org/officeDocument/2006/relationships/notesMaster" Target="/ppt/notesMasters/notesMaster1.xml" Id="R0f2d8736531041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8a083b0de34674" /><Relationship Type="http://schemas.openxmlformats.org/officeDocument/2006/relationships/notesMaster" Target="/ppt/notesMasters/notesMaster1.xml" Id="R415719a1a78640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d61f1244f343bf" /><Relationship Type="http://schemas.openxmlformats.org/officeDocument/2006/relationships/notesMaster" Target="/ppt/notesMasters/notesMaster1.xml" Id="R3fe1c34ee3aa44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3c662446da4dc7" /><Relationship Type="http://schemas.openxmlformats.org/officeDocument/2006/relationships/notesMaster" Target="/ppt/notesMasters/notesMaster1.xml" Id="R858709e7fa3c41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b2033439674f92" /><Relationship Type="http://schemas.openxmlformats.org/officeDocument/2006/relationships/notesMaster" Target="/ppt/notesMasters/notesMaster1.xml" Id="Rddd2cb36307d45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0c082389544b87" /><Relationship Type="http://schemas.openxmlformats.org/officeDocument/2006/relationships/notesMaster" Target="/ppt/notesMasters/notesMaster1.xml" Id="Re5ce84dab9934f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and project scope. A prototype, not an emergency service.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docs/evidence/final-build.md and docs/evidence/required-features.md. A-C radio blocked by allowlist; all three phones airplane mode on, Bluetooth on, Wi-Fi off.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Architecture: app Compose/Kotlin, Room, Nearby Connections, Tink and Android Keystore. Extras source docs/evidence/extras-phone-test.md; laptop and dashboard through USB adb reverse, not phone-to-laptop Wi-Fi. AI was off.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docs/evidence/final-build.md, required-features.md, extras-phone-test.md. Three phones, 119/119 tests for the final core build. Do not claim all extras were fully offline.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docs/evidence/extras-phone-test.md and final-build.md. Battery and range may be updated if later evidence is measured. Laptop and dashboard were over USB adb reverse. A had internet in extras run. No real AI key.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Routing and User/Responder/Admin area roles are being built on separate branches. Verify merged final APK on phones before presenting them as completed. Status timeline was tested in final-build.md.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4cab5aa50e41f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60d7adddbb4a8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d06ecc0621459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5e55252911497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76f5eb90d5437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d897aed7924d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CC413F8-8F81-4745-9B6F-C3D40A6ACD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AB37D95-F8DB-4D70-839F-72006236E71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AF8714E-ED3D-46B6-BC81-3F3DBCA055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22D2D7-E383-49EE-B39F-FF74669A8C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B157BBB-F590-4F90-A69A-9FB35FC43D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953E0D1-7DC5-4280-8DB1-F75803A876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B016984-3DF6-40CE-9B8D-5F4E5C2341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0170979-9773-405D-B436-891D03776B9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C196FA-FEB7-4210-94F1-DA42DF65D3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832B7F6-C758-47D6-902D-618DEE1093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f855f2258f47c2" /><Relationship Type="http://schemas.openxmlformats.org/officeDocument/2006/relationships/slideLayout" Target="/ppt/slideLayouts/slideLayout1.xml" Id="R8f1bc46e8ef94ff1" /><Relationship Type="http://schemas.openxmlformats.org/officeDocument/2006/relationships/slideLayout" Target="/ppt/slideLayouts/slideLayout2.xml" Id="R933ad6cc13f54f62" /><Relationship Type="http://schemas.openxmlformats.org/officeDocument/2006/relationships/slideLayout" Target="/ppt/slideLayouts/slideLayout3.xml" Id="Rdc3e6cfd533448c2" /><Relationship Type="http://schemas.openxmlformats.org/officeDocument/2006/relationships/slideLayout" Target="/ppt/slideLayouts/slideLayout4.xml" Id="R114f812a6cd84cca" /><Relationship Type="http://schemas.openxmlformats.org/officeDocument/2006/relationships/slideLayout" Target="/ppt/slideLayouts/slideLayout5.xml" Id="R54dbad12eb554711" /><Relationship Type="http://schemas.openxmlformats.org/officeDocument/2006/relationships/slideLayout" Target="/ppt/slideLayouts/slideLayout6.xml" Id="R8ff35dbf0ddc44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1bc46e8ef94ff1"/>
    <p:sldLayoutId xmlns:r="http://schemas.openxmlformats.org/officeDocument/2006/relationships" id="2147483650" r:id="R933ad6cc13f54f62"/>
    <p:sldLayoutId xmlns:r="http://schemas.openxmlformats.org/officeDocument/2006/relationships" id="2147483651" r:id="Rdc3e6cfd533448c2"/>
    <p:sldLayoutId xmlns:r="http://schemas.openxmlformats.org/officeDocument/2006/relationships" id="2147483652" r:id="R114f812a6cd84cca"/>
    <p:sldLayoutId xmlns:r="http://schemas.openxmlformats.org/officeDocument/2006/relationships" id="2147483653" r:id="R54dbad12eb554711"/>
    <p:sldLayoutId xmlns:r="http://schemas.openxmlformats.org/officeDocument/2006/relationships" id="2147483654" r:id="R8ff35dbf0ddc44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eb098ef9694530" /><Relationship Type="http://schemas.openxmlformats.org/officeDocument/2006/relationships/notesSlide" Target="/ppt/notesSlides/notesSlide1.xml" Id="Rf455571fc74045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4f467bd5d9491e" /><Relationship Type="http://schemas.openxmlformats.org/officeDocument/2006/relationships/notesSlide" Target="/ppt/notesSlides/notesSlide2.xml" Id="Rf8118be9122747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6154138f324336" /><Relationship Type="http://schemas.openxmlformats.org/officeDocument/2006/relationships/notesSlide" Target="/ppt/notesSlides/notesSlide3.xml" Id="Rc4755f54a71f4c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994cf5b3b74ef3" /><Relationship Type="http://schemas.openxmlformats.org/officeDocument/2006/relationships/notesSlide" Target="/ppt/notesSlides/notesSlide4.xml" Id="R2db46280101f40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269d1000024962" /><Relationship Type="http://schemas.openxmlformats.org/officeDocument/2006/relationships/notesSlide" Target="/ppt/notesSlides/notesSlide5.xml" Id="Re654dd9b961f4e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fc06b11d264582" /><Relationship Type="http://schemas.openxmlformats.org/officeDocument/2006/relationships/notesSlide" Target="/ppt/notesSlides/notesSlide6.xml" Id="Rc40fc562276049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B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24DE28-8408-41CE-9D64-146DCFD9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rPr>
              <a:t>Emergency messages when the network fails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4CF21-8599-4ED5-814A-41BBAD28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24600"/>
            <a:ext cx="542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rPr>
              <a:t>EMERGENCYMESH   /  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9FCDBF-83C5-4EA7-80CB-F2477A46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66900"/>
            <a:ext cx="1009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F4F6FA"/>
                </a:solidFill>
                <a:latin typeface="DejaVu Sans"/>
                <a:ea typeface="DejaVu Sans"/>
                <a:cs typeface="DejaVu Sans"/>
              </a:rPr>
              <a:t>Disasters can interrupt mobile networks and internet.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CA8230-6AF3-45B6-B7BC-6AB3261D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09900"/>
            <a:ext cx="10191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625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625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625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625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625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625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625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625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625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6DE0D5"/>
                </a:solidFill>
                <a:latin typeface="DejaVu Sans"/>
                <a:ea typeface="DejaVu Sans"/>
                <a:cs typeface="DejaVu Sans"/>
              </a:rPr>
              <a:t>Nearby Android phones carry messages and SOS alerts until a path to the recipient appears.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698DA2-E4E5-4796-972B-87756CF2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57800"/>
            <a:ext cx="904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B6C0D1"/>
                </a:solidFill>
                <a:latin typeface="DejaVu Sans"/>
                <a:ea typeface="DejaVu Sans"/>
                <a:cs typeface="DejaVu Sans"/>
              </a:rPr>
              <a:t>Slackers  •  CBIT Hacktoberfest 2026</a:t>
            </a:r>
          </a:p>
        </p:txBody>
      </p:sp>
    </p:spTree>
    <p:extLst>
      <p:ext uri="{BB962C8B-B14F-4D97-AF65-F5344CB8AC3E}">
        <p14:creationId xmlns:p14="http://schemas.microsoft.com/office/powerpoint/2010/main" val="6665830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B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44D387-3C24-4196-BB52-49941FDD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rPr>
              <a:t>A message can travel through another phone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5B37A0-0571-475C-A584-8BAA1056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24600"/>
            <a:ext cx="542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rPr>
              <a:t>EMERGENCYMESH   /  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AAD83-8CD4-4EED-9439-C968E43B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6DE0D5"/>
                </a:solidFill>
                <a:latin typeface="DejaVu Sans"/>
                <a:ea typeface="DejaVu Sans"/>
                <a:cs typeface="DejaVu Sans"/>
              </a:rPr>
              <a:t>A (vivo) sent through B (Samsung) to C (OnePlus).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0D3212-8A41-4855-BECC-4FBA6CC7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05075"/>
            <a:ext cx="1009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4F6FA"/>
                </a:solidFill>
                <a:latin typeface="DejaVu Sans"/>
                <a:ea typeface="DejaVu Sans"/>
                <a:cs typeface="DejaVu Sans"/>
              </a:rPr>
              <a:t>C delivered in 2.6 seconds, one hop. Pending survived restart and sent after reconnection.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F3A11-766D-447C-8D3E-A4ED8BB7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57650"/>
            <a:ext cx="1009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4F6FA"/>
                </a:solidFill>
                <a:latin typeface="DejaVu Sans"/>
                <a:ea typeface="DejaVu Sans"/>
                <a:cs typeface="DejaVu Sans"/>
              </a:rPr>
              <a:t>SOS arrived before 20 queued ordinary messages.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091223-DBA2-4D4E-BC12-23E66062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B6C0D1"/>
                </a:solidFill>
                <a:latin typeface="DejaVu Sans"/>
                <a:ea typeface="DejaVu Sans"/>
                <a:cs typeface="DejaVu Sans"/>
              </a:rPr>
              <a:t>Core run: all three phones offline.</a:t>
            </a:r>
          </a:p>
        </p:txBody>
      </p:sp>
    </p:spTree>
    <p:extLst>
      <p:ext uri="{BB962C8B-B14F-4D97-AF65-F5344CB8AC3E}">
        <p14:creationId xmlns:p14="http://schemas.microsoft.com/office/powerpoint/2010/main" val="9630181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B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4155D8-89A4-4850-B712-4C6F79E9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rPr>
              <a:t>Android mesh and response 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8EC181-FDD7-42AF-B710-0B90ABDC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24600"/>
            <a:ext cx="542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rPr>
              <a:t>EMERGENCYMESH   /  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93F5D8-16FD-4923-8521-D3BC3F5F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4F6FA"/>
                </a:solidFill>
                <a:latin typeface="DejaVu Sans"/>
                <a:ea typeface="DejaVu Sans"/>
                <a:cs typeface="DejaVu Sans"/>
              </a:rPr>
              <a:t>Compose interface and Room message queue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B2AC55-B99C-4A89-8D0A-0A2DEC75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146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4F6FA"/>
                </a:solidFill>
                <a:latin typeface="DejaVu Sans"/>
                <a:ea typeface="DejaVu Sans"/>
                <a:cs typeface="DejaVu Sans"/>
              </a:rPr>
              <a:t>Nearby Connections relay and delivery acknowledgements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D80530-BDAF-44E9-B860-99EB0429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147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4F6FA"/>
                </a:solidFill>
                <a:latin typeface="DejaVu Sans"/>
                <a:ea typeface="DejaVu Sans"/>
                <a:cs typeface="DejaVu Sans"/>
              </a:rPr>
              <a:t>Tink protection and Android Keystore identity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5D009-2CB2-4946-8AF4-3F98BB10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0"/>
            <a:ext cx="1038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6DE0D5"/>
                </a:solidFill>
                <a:latin typeface="DejaVu Sans"/>
                <a:ea typeface="DejaVu Sans"/>
                <a:cs typeface="DejaVu Sans"/>
              </a:rPr>
              <a:t>Tested extras: Call-Out, Talk-Back, Last Breath, Bluetooth-name SOS, laptop relay and dashboard</a:t>
            </a:r>
          </a:p>
        </p:txBody>
      </p:sp>
    </p:spTree>
    <p:extLst>
      <p:ext uri="{BB962C8B-B14F-4D97-AF65-F5344CB8AC3E}">
        <p14:creationId xmlns:p14="http://schemas.microsoft.com/office/powerpoint/2010/main" val="8016410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B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1EF1B5-1F20-4B63-A01A-26735FC0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rPr>
              <a:t>Evidence from three Android brands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3A23F7-49AC-4C51-BF53-31C83FC2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24600"/>
            <a:ext cx="542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rPr>
              <a:t>EMERGENCYMESH   /  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9C2836-19E9-4B26-82BC-F276254C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907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6DE0D5"/>
                </a:solidFill>
                <a:latin typeface="DejaVu Sans"/>
                <a:ea typeface="DejaVu Sans"/>
                <a:cs typeface="DejaVu Sans"/>
              </a:rPr>
              <a:t>vivo V2404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52E33E-12E2-451F-BECE-CCB199AD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336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6DE0D5"/>
                </a:solidFill>
                <a:latin typeface="DejaVu Sans"/>
                <a:ea typeface="DejaVu Sans"/>
                <a:cs typeface="DejaVu Sans"/>
              </a:rPr>
              <a:t>Samsung SM-S721B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9C120-96EA-4B0D-B4B5-15B7591A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766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6DE0D5"/>
                </a:solidFill>
                <a:latin typeface="DejaVu Sans"/>
                <a:ea typeface="DejaVu Sans"/>
                <a:cs typeface="DejaVu Sans"/>
              </a:rPr>
              <a:t>OnePlus CPH2569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6302DD-D167-4CBB-8439-913A7C73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767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6FA"/>
                </a:solidFill>
                <a:latin typeface="DejaVu Sans"/>
                <a:ea typeface="DejaVu Sans"/>
                <a:cs typeface="DejaVu Sans"/>
              </a:rPr>
              <a:t>Offline relay: 2.6 s. Four-stage status timeline.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7F18FB-B955-412E-ABEE-D407CA69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959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B6C0D1"/>
                </a:solidFill>
                <a:latin typeface="DejaVu Sans"/>
                <a:ea typeface="DejaVu Sans"/>
                <a:cs typeface="DejaVu Sans"/>
              </a:rPr>
              <a:t>Locked Samsung passed; vivo needed settings; OnePlus froze.</a:t>
            </a:r>
          </a:p>
        </p:txBody>
      </p:sp>
    </p:spTree>
    <p:extLst>
      <p:ext uri="{BB962C8B-B14F-4D97-AF65-F5344CB8AC3E}">
        <p14:creationId xmlns:p14="http://schemas.microsoft.com/office/powerpoint/2010/main" val="21227294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B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9AB925-5ED9-468C-9C12-A2161789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rPr>
              <a:t>What the tests did not establish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BDCB59-CF10-409E-B66E-2B6BB7C5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24600"/>
            <a:ext cx="542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rPr>
              <a:t>EMERGENCYMESH   /  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B2B7BC-9892-487A-B58C-DA88A624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24025"/>
            <a:ext cx="1057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4F6FA"/>
                </a:solidFill>
                <a:latin typeface="DejaVu Sans"/>
                <a:ea typeface="DejaVu Sans"/>
                <a:cs typeface="DejaVu Sans"/>
              </a:rPr>
              <a:t>Locked relay varied by phone brand; OnePlus froze despite exemptions.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7A517-0B05-4D5D-8E0B-CBB24BD7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24150"/>
            <a:ext cx="1057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B6C0D1"/>
                </a:solidFill>
                <a:latin typeface="DejaVu Sans"/>
                <a:ea typeface="DejaVu Sans"/>
                <a:cs typeface="DejaVu Sans"/>
              </a:rPr>
              <a:t>Extras run: A had internet, all phones were on USB power.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1A013D-5725-4701-B325-C7A36FD6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24275"/>
            <a:ext cx="1057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B6C0D1"/>
                </a:solidFill>
                <a:latin typeface="DejaVu Sans"/>
                <a:ea typeface="DejaVu Sans"/>
                <a:cs typeface="DejaVu Sans"/>
              </a:rPr>
              <a:t>Laptop and dashboard tests used a USB bridge; AI model was off.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3A6F78-98AF-4A01-8762-2831D9C0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24400"/>
            <a:ext cx="1057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B6C0D1"/>
                </a:solidFill>
                <a:latin typeface="DejaVu Sans"/>
                <a:ea typeface="DejaVu Sans"/>
                <a:cs typeface="DejaVu Sans"/>
              </a:rPr>
              <a:t>Range, battery drain and real no-app phone remain untested.</a:t>
            </a:r>
          </a:p>
        </p:txBody>
      </p:sp>
    </p:spTree>
    <p:extLst>
      <p:ext uri="{BB962C8B-B14F-4D97-AF65-F5344CB8AC3E}">
        <p14:creationId xmlns:p14="http://schemas.microsoft.com/office/powerpoint/2010/main" val="19448983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B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5C7FA7-6FFC-4E3A-93F0-DB8B998D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4F6FA"/>
                </a:solidFill>
                <a:latin typeface="DejaVu Sans"/>
                <a:ea typeface="DejaVu Sans"/>
                <a:cs typeface="DejaVu Sans"/>
              </a:rPr>
              <a:t>What the mentors asked and what we changed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E96CCA-BE28-4B93-B3CA-ECA471F5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24600"/>
            <a:ext cx="542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0D1"/>
                </a:solidFill>
                <a:latin typeface="DejaVu Sans"/>
                <a:ea typeface="DejaVu Sans"/>
                <a:cs typeface="DejaVu Sans"/>
              </a:rPr>
              <a:t>EMERGENCYMESH   /  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F57E53-C64E-4B61-9E5E-A354AA63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573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6FA"/>
                </a:solidFill>
                <a:latin typeface="DejaVu Sans"/>
                <a:ea typeface="DejaVu Sans"/>
                <a:cs typeface="DejaVu Sans"/>
              </a:rPr>
              <a:t>Relay, acknowledgement and queued recovery passed on three phones.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A4144F-B00A-4C27-ACFB-AF2421CC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384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6DE0D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6DE0D5"/>
                </a:solidFill>
                <a:latin typeface="DejaVu Sans"/>
                <a:ea typeface="DejaVu Sans"/>
                <a:cs typeface="DejaVu Sans"/>
              </a:rPr>
              <a:t>A new status timeline keeps Relayed visible after delivery.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4ECD6C-E3BA-48BD-8901-6C362E6F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4F6FA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6FA"/>
                </a:solidFill>
                <a:latin typeface="DejaVu Sans"/>
                <a:ea typeface="DejaVu Sans"/>
                <a:cs typeface="DejaVu Sans"/>
              </a:rPr>
              <a:t>Shortest-path routing and responder/admin changes: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B83203-678F-4E32-8CEE-6B7DA22C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101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B6C0D1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B6C0D1"/>
                </a:solidFill>
                <a:latin typeface="DejaVu Sans"/>
                <a:ea typeface="DejaVu Sans"/>
                <a:cs typeface="DejaVu Sans"/>
              </a:rPr>
              <a:t>Pending final merge and phone recheck.</a:t>
            </a:r>
          </a:p>
        </p:txBody>
      </p:sp>
    </p:spTree>
    <p:extLst>
      <p:ext uri="{BB962C8B-B14F-4D97-AF65-F5344CB8AC3E}">
        <p14:creationId xmlns:p14="http://schemas.microsoft.com/office/powerpoint/2010/main" val="1427315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2026-10-31T07:57:24.7540000Z</dcterms:created>
  <dcterms:modified xsi:type="dcterms:W3CDTF">2026-10-31T07:57:24.7550000Z</dcterms:modified>
</coreProperties>
</file>